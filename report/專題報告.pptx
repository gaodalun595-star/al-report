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送貨 App 的進步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組別／組員**：{組別}</a:t>
            </a:r>
          </a:p>
          <a:p>
            <a:r>
              <a:t>日期**：2026-06-24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專題介紹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**專題名稱**：送貨 App 的進步</a:t>
            </a:r>
          </a:p>
          <a:p>
            <a:pPr>
              <a:defRPr sz="1800"/>
            </a:pPr>
            <a:r>
              <a:t>**一句話**：可以拿來迅速填送貨進度</a:t>
            </a:r>
          </a:p>
          <a:p>
            <a:pPr>
              <a:defRPr sz="1800"/>
            </a:pPr>
            <a:r>
              <a:t>**主要使用者**：想要寄貨的人</a:t>
            </a:r>
          </a:p>
          <a:p>
            <a:pPr>
              <a:defRPr sz="1800"/>
            </a:pPr>
            <a:r>
              <a:t>**想解決的問題**：可以直接在這個 App 選擇想要的物流公司，並迅速寄貨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學校 Server 環境</a:t>
            </a:r>
          </a:p>
        </p:txBody>
      </p:sp>
      <p:pic>
        <p:nvPicPr>
          <p:cNvPr id="3" name="Picture 2" descr="server-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4615721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學校 Server 環境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本專題透過學校提供的 API Key 呼叫 Ollama Router，由 Router 分配至後端 Ollama 節點執行 LLM。下圖為全班相同之 server 拓撲（報告不標示 Router 位址）。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系統概覽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左欄 Streamlit 自訂頁與右欄 Agent 的互動如下。</a:t>
            </a:r>
          </a:p>
          <a:p>
            <a:pPr>
              <a:defRPr sz="1800"/>
            </a:pPr>
            <a:r>
              <a:t>**左欄自訂頁欄位**：寄件人、收件人、地址、送貨包裹大小限制、銀行卡等</a:t>
            </a:r>
          </a:p>
          <a:p>
            <a:pPr>
              <a:defRPr sz="1800"/>
            </a:pPr>
            <a:r>
              <a:t>**左欄傳給 Agent**：訂單、物流公司、銀行卡</a:t>
            </a:r>
          </a:p>
          <a:p>
            <a:pPr>
              <a:defRPr sz="1800"/>
            </a:pPr>
            <a:r>
              <a:t>**Agent 寫回**：進度表</a:t>
            </a:r>
          </a:p>
          <a:p>
            <a:pPr>
              <a:defRPr sz="1800"/>
            </a:pPr>
            <a:r>
              <a:t>**完整例子**：使用者拖曳圖標找到自家位置 → Agent 回傳經緯度（註：只是其中一個例子）</a:t>
            </a:r>
          </a:p>
        </p:txBody>
      </p:sp>
      <p:pic>
        <p:nvPicPr>
          <p:cNvPr id="4" name="Picture 3" descr="project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11680"/>
            <a:ext cx="7772400" cy="32814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成果與創新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4.1 成果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選物流公司</a:t>
            </a:r>
          </a:p>
          <a:p>
            <a:pPr>
              <a:defRPr sz="1800"/>
            </a:pPr>
            <a:r>
              <a:t>填資料（寄件人／收件人／地址）</a:t>
            </a:r>
          </a:p>
          <a:p>
            <a:pPr>
              <a:defRPr sz="1800"/>
            </a:pPr>
            <a:r>
              <a:t>銀行卡付款</a:t>
            </a:r>
          </a:p>
          <a:p>
            <a:pPr>
              <a:defRPr sz="1800"/>
            </a:pPr>
            <a:r>
              <a:t>選包裹大小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4.2 創新／亮點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人們不用去各大物流公司一一對比，在這個 App 就能直接選想要的物流公司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技術含量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地圖（map）的完善程度算不錯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寄件</a:t>
            </a:r>
          </a:p>
        </p:txBody>
      </p:sp>
      <p:pic>
        <p:nvPicPr>
          <p:cNvPr id="3" name="Picture 2" descr="demo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372934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寄件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展覽用綜整海報（Step 7 另產）：`assets/專題海報.png`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1</a:t>
            </a:r>
          </a:p>
        </p:txBody>
      </p:sp>
      <p:pic>
        <p:nvPicPr>
          <p:cNvPr id="3" name="Picture 2" descr="demo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372934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2</a:t>
            </a:r>
          </a:p>
        </p:txBody>
      </p:sp>
      <p:pic>
        <p:nvPicPr>
          <p:cNvPr id="3" name="Picture 2" descr="demo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184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3</a:t>
            </a:r>
          </a:p>
        </p:txBody>
      </p:sp>
      <p:pic>
        <p:nvPicPr>
          <p:cNvPr id="3" name="Picture 2" descr="demo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4385187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4</a:t>
            </a:r>
          </a:p>
        </p:txBody>
      </p:sp>
      <p:pic>
        <p:nvPicPr>
          <p:cNvPr id="3" name="Picture 2" descr="demo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442177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5</a:t>
            </a:r>
          </a:p>
        </p:txBody>
      </p:sp>
      <p:pic>
        <p:nvPicPr>
          <p:cNvPr id="3" name="Picture 2" descr="demo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4435377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6</a:t>
            </a:r>
          </a:p>
        </p:txBody>
      </p:sp>
      <p:pic>
        <p:nvPicPr>
          <p:cNvPr id="3" name="Picture 2" descr="demo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4233333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7</a:t>
            </a:r>
          </a:p>
        </p:txBody>
      </p:sp>
      <p:pic>
        <p:nvPicPr>
          <p:cNvPr id="3" name="Picture 2" descr="demo-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4437089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8</a:t>
            </a:r>
          </a:p>
        </p:txBody>
      </p:sp>
      <p:pic>
        <p:nvPicPr>
          <p:cNvPr id="3" name="Picture 2" descr="demo-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4855221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9</a:t>
            </a:r>
          </a:p>
        </p:txBody>
      </p:sp>
      <p:pic>
        <p:nvPicPr>
          <p:cNvPr id="3" name="Picture 2" descr="demo-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4601948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10</a:t>
            </a:r>
          </a:p>
        </p:txBody>
      </p:sp>
      <p:pic>
        <p:nvPicPr>
          <p:cNvPr id="3" name="Picture 2" descr="demo-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4811581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